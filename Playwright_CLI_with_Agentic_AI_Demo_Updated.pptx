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Playwright CLI with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Automating Intelligent Application Exploration</a:t>
            </a:r>
          </a:p>
          <a:p>
            <a:pPr>
              <a:defRPr/>
            </a:pPr>
          </a:p>
          <a:p>
            <a:pPr>
              <a:defRPr/>
            </a:pPr>
            <a:r>
              <a:t>• End-to-End Flow Validation</a:t>
            </a:r>
          </a:p>
          <a:p>
            <a:pPr>
              <a:defRPr/>
            </a:pPr>
            <a:r>
              <a:t>• Usability Testing</a:t>
            </a:r>
          </a:p>
          <a:p>
            <a:pPr>
              <a:defRPr/>
            </a:pPr>
            <a:r>
              <a:t>• Responsive Testing</a:t>
            </a:r>
          </a:p>
          <a:p>
            <a:pPr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Traditional Automation vs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Traditional Automation</a:t>
            </a:r>
          </a:p>
          <a:p>
            <a:pPr>
              <a:defRPr sz="2000"/>
            </a:pPr>
            <a:r>
              <a:t>• Requires scripts and locators</a:t>
            </a:r>
          </a:p>
          <a:p>
            <a:pPr>
              <a:defRPr sz="2000"/>
            </a:pPr>
            <a:r>
              <a:t>• Fixed execution flow</a:t>
            </a:r>
          </a:p>
          <a:p>
            <a:pPr>
              <a:defRPr sz="2000"/>
            </a:pPr>
            <a:r>
              <a:t>• Maintenance when UI changes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Agentic AI</a:t>
            </a:r>
          </a:p>
          <a:p>
            <a:pPr>
              <a:defRPr sz="2000"/>
            </a:pPr>
            <a:r>
              <a:t>• Natural language instructions</a:t>
            </a:r>
          </a:p>
          <a:p>
            <a:pPr>
              <a:defRPr sz="2000"/>
            </a:pPr>
            <a:r>
              <a:t>• Understands UI and adapts</a:t>
            </a:r>
          </a:p>
          <a:p>
            <a:pPr>
              <a:defRPr sz="2000"/>
            </a:pPr>
            <a:r>
              <a:t>• Explores application like a tester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Feature URL</a:t>
            </a:r>
          </a:p>
          <a:p>
            <a:pPr>
              <a:defRPr sz="2000"/>
            </a:pPr>
            <a:r>
              <a:t>      ↓</a:t>
            </a:r>
          </a:p>
          <a:p>
            <a:pPr>
              <a:defRPr sz="2000"/>
            </a:pPr>
            <a:r>
              <a:t>Playwright CLI + AI Agent</a:t>
            </a:r>
          </a:p>
          <a:p>
            <a:pPr>
              <a:defRPr sz="2000"/>
            </a:pPr>
            <a:r>
              <a:t>      ↓</a:t>
            </a:r>
          </a:p>
          <a:p>
            <a:pPr>
              <a:defRPr sz="2000"/>
            </a:pPr>
            <a:r>
              <a:t>Understand UI → Perform Actions → Validate Results</a:t>
            </a:r>
          </a:p>
          <a:p>
            <a:pPr>
              <a:defRPr sz="2000"/>
            </a:pPr>
            <a:r>
              <a:t>      ↓</a:t>
            </a:r>
          </a:p>
          <a:p>
            <a:pPr>
              <a:defRPr sz="2000"/>
            </a:pPr>
            <a:r>
              <a:t>E2E Flow • Responsiveness • Usability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Can It Validate?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✔ End-to-End: Login, Navigation, Forms, Business Flows</a:t>
            </a:r>
          </a:p>
          <a:p>
            <a:pPr/>
            <a:r>
              <a:t>✔ Usability: Alignment, Hidden Buttons, Layout Issues, Broken UI</a:t>
            </a:r>
          </a:p>
          <a:p>
            <a:pPr/>
            <a:r>
              <a:t>✔ Responsiveness: Desktop, Tablet, Mobile Viewports</a:t>
            </a:r>
          </a:p>
          <a:p>
            <a:pPr/>
          </a:p>
          <a:p>
            <a:pPr/>
            <a:r>
              <a:t>Example:</a:t>
            </a:r>
          </a:p>
          <a:p>
            <a:pPr/>
            <a:r>
              <a:t>Login → Dashboard → Product Selection → Checkout → Payment → Order Confirmation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✔ Faster exploratory testing</a:t>
            </a:r>
          </a:p>
          <a:p>
            <a:pPr>
              <a:defRPr sz="2000"/>
            </a:pPr>
            <a:r>
              <a:t>✔ Less manual scripting</a:t>
            </a:r>
          </a:p>
          <a:p>
            <a:pPr>
              <a:defRPr sz="2000"/>
            </a:pPr>
            <a:r>
              <a:t>✔ Better UI coverage</a:t>
            </a:r>
          </a:p>
          <a:p>
            <a:pPr>
              <a:defRPr sz="2000"/>
            </a:pPr>
            <a:r>
              <a:t>✔ Responsive validation</a:t>
            </a:r>
          </a:p>
          <a:p>
            <a:pPr>
              <a:defRPr sz="2000"/>
            </a:pPr>
            <a:r>
              <a:t>✔ Early usability feedback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AI assists testers—it complements existing automation frameworks.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